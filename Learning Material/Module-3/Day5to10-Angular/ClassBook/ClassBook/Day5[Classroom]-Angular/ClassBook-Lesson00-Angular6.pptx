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56" r:id="rId5"/>
    <p:sldId id="295" r:id="rId6"/>
    <p:sldId id="306" r:id="rId7"/>
    <p:sldId id="307" r:id="rId8"/>
    <p:sldId id="308" r:id="rId9"/>
    <p:sldId id="297" r:id="rId10"/>
    <p:sldId id="298" r:id="rId11"/>
    <p:sldId id="273" r:id="rId12"/>
    <p:sldId id="274" r:id="rId13"/>
    <p:sldId id="275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309" r:id="rId24"/>
    <p:sldId id="292" r:id="rId25"/>
    <p:sldId id="30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0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22FDAF-FDFA-4D91-B7D5-B70BF0C2E9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F751A-81DC-4979-B134-0B9637883D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43168-3989-412F-9E82-24F6289D3BAA}" type="datetimeFigureOut">
              <a:rPr lang="en-IN" smtClean="0"/>
              <a:t>19-02-2021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DB070-D618-4990-82A6-38791719CE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6DBBF4-D3BF-4DBC-BAFC-74C874CF68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71A9E-F191-4484-BA21-68438700B3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997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24BB93-324B-448F-83DE-379D3A550245}" type="datetimeFigureOut">
              <a:rPr lang="en-US" smtClean="0"/>
              <a:t>2/19/2021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F01D5-93D0-4CAB-8178-D27CE2280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9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42381" y="1114893"/>
            <a:ext cx="1594663" cy="399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43" tIns="45222" rIns="90443" bIns="45222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Add instructor notes here. </a:t>
            </a:r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809625" y="428625"/>
            <a:ext cx="6096000" cy="342900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363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42381" y="1114893"/>
            <a:ext cx="1594663" cy="399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43" tIns="45222" rIns="90443" bIns="45222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Add instructor notes here. </a:t>
            </a:r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809625" y="428625"/>
            <a:ext cx="6096000" cy="342900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62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42381" y="1114893"/>
            <a:ext cx="1594663" cy="399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43" tIns="45222" rIns="90443" bIns="45222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Add instructor notes here. </a:t>
            </a:r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809625" y="428625"/>
            <a:ext cx="6096000" cy="342900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3185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42381" y="1114893"/>
            <a:ext cx="1594663" cy="399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0443" tIns="45222" rIns="90443" bIns="45222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000" dirty="0">
                <a:latin typeface="Arial" pitchFamily="34" charset="0"/>
                <a:cs typeface="Arial" pitchFamily="34" charset="0"/>
              </a:rPr>
              <a:t>Add instructor notes here. </a:t>
            </a:r>
          </a:p>
        </p:txBody>
      </p:sp>
      <p:sp>
        <p:nvSpPr>
          <p:cNvPr id="5" name="Slide Image Placeholder 4"/>
          <p:cNvSpPr>
            <a:spLocks noGrp="1" noRot="1" noChangeAspect="1"/>
          </p:cNvSpPr>
          <p:nvPr>
            <p:ph type="sldImg"/>
          </p:nvPr>
        </p:nvSpPr>
        <p:spPr>
          <a:xfrm>
            <a:off x="809625" y="428625"/>
            <a:ext cx="6096000" cy="3429000"/>
          </a:xfrm>
        </p:spPr>
      </p:sp>
      <p:sp>
        <p:nvSpPr>
          <p:cNvPr id="7" name="Notes Placeholder 6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662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84260" y="1192192"/>
            <a:ext cx="5718424" cy="2804929"/>
          </a:xfrm>
        </p:spPr>
        <p:txBody>
          <a:bodyPr anchor="b">
            <a:noAutofit/>
          </a:bodyPr>
          <a:lstStyle>
            <a:lvl1pPr algn="l">
              <a:defRPr sz="66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4259" y="4066720"/>
            <a:ext cx="7596451" cy="1086237"/>
          </a:xfrm>
        </p:spPr>
        <p:txBody>
          <a:bodyPr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06874" y="79334"/>
            <a:ext cx="4620101" cy="601480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440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40877"/>
            <a:ext cx="9601200" cy="412652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E94103CC-22C5-4F38-9B77-3524E8A553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3077" b="19676"/>
          <a:stretch/>
        </p:blipFill>
        <p:spPr>
          <a:xfrm rot="5400000" flipH="1">
            <a:off x="-79029" y="79030"/>
            <a:ext cx="6857997" cy="66999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b="1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rgbClr val="FF304C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="1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76958A6-8FB1-445D-BB17-D619DC39E089}"/>
              </a:ext>
            </a:extLst>
          </p:cNvPr>
          <p:cNvGrpSpPr/>
          <p:nvPr userDrawn="1"/>
        </p:nvGrpSpPr>
        <p:grpSpPr>
          <a:xfrm>
            <a:off x="4328932" y="0"/>
            <a:ext cx="7863068" cy="6858000"/>
            <a:chOff x="3461852" y="0"/>
            <a:chExt cx="8730148" cy="6858000"/>
          </a:xfrm>
        </p:grpSpPr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3C37792F-39D6-4A1F-BE84-103229E3E4C7}"/>
                </a:ext>
              </a:extLst>
            </p:cNvPr>
            <p:cNvSpPr/>
            <p:nvPr/>
          </p:nvSpPr>
          <p:spPr>
            <a:xfrm>
              <a:off x="3461852" y="0"/>
              <a:ext cx="8730148" cy="6858000"/>
            </a:xfrm>
            <a:custGeom>
              <a:avLst/>
              <a:gdLst>
                <a:gd name="connsiteX0" fmla="*/ 0 w 8730148"/>
                <a:gd name="connsiteY0" fmla="*/ 0 h 6858000"/>
                <a:gd name="connsiteX1" fmla="*/ 8730148 w 8730148"/>
                <a:gd name="connsiteY1" fmla="*/ 0 h 6858000"/>
                <a:gd name="connsiteX2" fmla="*/ 8730148 w 8730148"/>
                <a:gd name="connsiteY2" fmla="*/ 23679 h 6858000"/>
                <a:gd name="connsiteX3" fmla="*/ 8730148 w 8730148"/>
                <a:gd name="connsiteY3" fmla="*/ 495863 h 6858000"/>
                <a:gd name="connsiteX4" fmla="*/ 8730148 w 8730148"/>
                <a:gd name="connsiteY4" fmla="*/ 952308 h 6858000"/>
                <a:gd name="connsiteX5" fmla="*/ 8730148 w 8730148"/>
                <a:gd name="connsiteY5" fmla="*/ 1393283 h 6858000"/>
                <a:gd name="connsiteX6" fmla="*/ 8730148 w 8730148"/>
                <a:gd name="connsiteY6" fmla="*/ 1819052 h 6858000"/>
                <a:gd name="connsiteX7" fmla="*/ 8730148 w 8730148"/>
                <a:gd name="connsiteY7" fmla="*/ 2229885 h 6858000"/>
                <a:gd name="connsiteX8" fmla="*/ 8730148 w 8730148"/>
                <a:gd name="connsiteY8" fmla="*/ 2626046 h 6858000"/>
                <a:gd name="connsiteX9" fmla="*/ 8730148 w 8730148"/>
                <a:gd name="connsiteY9" fmla="*/ 3007803 h 6858000"/>
                <a:gd name="connsiteX10" fmla="*/ 8730148 w 8730148"/>
                <a:gd name="connsiteY10" fmla="*/ 3375422 h 6858000"/>
                <a:gd name="connsiteX11" fmla="*/ 8730148 w 8730148"/>
                <a:gd name="connsiteY11" fmla="*/ 3729171 h 6858000"/>
                <a:gd name="connsiteX12" fmla="*/ 8730148 w 8730148"/>
                <a:gd name="connsiteY12" fmla="*/ 4069315 h 6858000"/>
                <a:gd name="connsiteX13" fmla="*/ 8730148 w 8730148"/>
                <a:gd name="connsiteY13" fmla="*/ 4396123 h 6858000"/>
                <a:gd name="connsiteX14" fmla="*/ 8730148 w 8730148"/>
                <a:gd name="connsiteY14" fmla="*/ 4709860 h 6858000"/>
                <a:gd name="connsiteX15" fmla="*/ 8730148 w 8730148"/>
                <a:gd name="connsiteY15" fmla="*/ 5010793 h 6858000"/>
                <a:gd name="connsiteX16" fmla="*/ 8730148 w 8730148"/>
                <a:gd name="connsiteY16" fmla="*/ 5299189 h 6858000"/>
                <a:gd name="connsiteX17" fmla="*/ 8730148 w 8730148"/>
                <a:gd name="connsiteY17" fmla="*/ 5575315 h 6858000"/>
                <a:gd name="connsiteX18" fmla="*/ 8730148 w 8730148"/>
                <a:gd name="connsiteY18" fmla="*/ 5839437 h 6858000"/>
                <a:gd name="connsiteX19" fmla="*/ 8730148 w 8730148"/>
                <a:gd name="connsiteY19" fmla="*/ 6091822 h 6858000"/>
                <a:gd name="connsiteX20" fmla="*/ 8730148 w 8730148"/>
                <a:gd name="connsiteY20" fmla="*/ 6332738 h 6858000"/>
                <a:gd name="connsiteX21" fmla="*/ 8730148 w 8730148"/>
                <a:gd name="connsiteY21" fmla="*/ 6562450 h 6858000"/>
                <a:gd name="connsiteX22" fmla="*/ 8730148 w 8730148"/>
                <a:gd name="connsiteY22" fmla="*/ 6781226 h 6858000"/>
                <a:gd name="connsiteX23" fmla="*/ 8730148 w 8730148"/>
                <a:gd name="connsiteY23" fmla="*/ 6858000 h 6858000"/>
                <a:gd name="connsiteX24" fmla="*/ 1680266 w 8730148"/>
                <a:gd name="connsiteY24" fmla="*/ 6858000 h 6858000"/>
                <a:gd name="connsiteX25" fmla="*/ 1725275 w 8730148"/>
                <a:gd name="connsiteY25" fmla="*/ 6819058 h 6858000"/>
                <a:gd name="connsiteX26" fmla="*/ 3705962 w 8730148"/>
                <a:gd name="connsiteY26" fmla="*/ 2012619 h 6858000"/>
                <a:gd name="connsiteX27" fmla="*/ 116582 w 8730148"/>
                <a:gd name="connsiteY27" fmla="*/ 25323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8730148" h="6858000">
                  <a:moveTo>
                    <a:pt x="0" y="0"/>
                  </a:moveTo>
                  <a:lnTo>
                    <a:pt x="8730148" y="0"/>
                  </a:lnTo>
                  <a:lnTo>
                    <a:pt x="8730148" y="23679"/>
                  </a:lnTo>
                  <a:lnTo>
                    <a:pt x="8730148" y="495863"/>
                  </a:lnTo>
                  <a:lnTo>
                    <a:pt x="8730148" y="952308"/>
                  </a:lnTo>
                  <a:lnTo>
                    <a:pt x="8730148" y="1393283"/>
                  </a:lnTo>
                  <a:lnTo>
                    <a:pt x="8730148" y="1819052"/>
                  </a:lnTo>
                  <a:lnTo>
                    <a:pt x="8730148" y="2229885"/>
                  </a:lnTo>
                  <a:lnTo>
                    <a:pt x="8730148" y="2626046"/>
                  </a:lnTo>
                  <a:lnTo>
                    <a:pt x="8730148" y="3007803"/>
                  </a:lnTo>
                  <a:lnTo>
                    <a:pt x="8730148" y="3375422"/>
                  </a:lnTo>
                  <a:lnTo>
                    <a:pt x="8730148" y="3729171"/>
                  </a:lnTo>
                  <a:lnTo>
                    <a:pt x="8730148" y="4069315"/>
                  </a:lnTo>
                  <a:lnTo>
                    <a:pt x="8730148" y="4396123"/>
                  </a:lnTo>
                  <a:lnTo>
                    <a:pt x="8730148" y="4709860"/>
                  </a:lnTo>
                  <a:lnTo>
                    <a:pt x="8730148" y="5010793"/>
                  </a:lnTo>
                  <a:lnTo>
                    <a:pt x="8730148" y="5299189"/>
                  </a:lnTo>
                  <a:lnTo>
                    <a:pt x="8730148" y="5575315"/>
                  </a:lnTo>
                  <a:lnTo>
                    <a:pt x="8730148" y="5839437"/>
                  </a:lnTo>
                  <a:lnTo>
                    <a:pt x="8730148" y="6091822"/>
                  </a:lnTo>
                  <a:lnTo>
                    <a:pt x="8730148" y="6332738"/>
                  </a:lnTo>
                  <a:lnTo>
                    <a:pt x="8730148" y="6562450"/>
                  </a:lnTo>
                  <a:lnTo>
                    <a:pt x="8730148" y="6781226"/>
                  </a:lnTo>
                  <a:lnTo>
                    <a:pt x="8730148" y="6858000"/>
                  </a:lnTo>
                  <a:lnTo>
                    <a:pt x="1680266" y="6858000"/>
                  </a:lnTo>
                  <a:lnTo>
                    <a:pt x="1725275" y="6819058"/>
                  </a:lnTo>
                  <a:cubicBezTo>
                    <a:pt x="4662995" y="4201443"/>
                    <a:pt x="4141233" y="1217168"/>
                    <a:pt x="3705962" y="2012619"/>
                  </a:cubicBezTo>
                  <a:cubicBezTo>
                    <a:pt x="3516434" y="3033940"/>
                    <a:pt x="1425698" y="2929072"/>
                    <a:pt x="116582" y="253235"/>
                  </a:cubicBezTo>
                  <a:close/>
                </a:path>
              </a:pathLst>
            </a:custGeom>
            <a:solidFill>
              <a:srgbClr val="2C00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D9D750E2-E6DE-4123-9001-1391D1C49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3803" y="2034666"/>
              <a:ext cx="669225" cy="544797"/>
            </a:xfrm>
            <a:custGeom>
              <a:avLst/>
              <a:gdLst>
                <a:gd name="T0" fmla="*/ 98 w 149"/>
                <a:gd name="T1" fmla="*/ 84 h 121"/>
                <a:gd name="T2" fmla="*/ 149 w 149"/>
                <a:gd name="T3" fmla="*/ 34 h 121"/>
                <a:gd name="T4" fmla="*/ 112 w 149"/>
                <a:gd name="T5" fmla="*/ 0 h 121"/>
                <a:gd name="T6" fmla="*/ 39 w 149"/>
                <a:gd name="T7" fmla="*/ 78 h 121"/>
                <a:gd name="T8" fmla="*/ 0 w 149"/>
                <a:gd name="T9" fmla="*/ 113 h 121"/>
                <a:gd name="T10" fmla="*/ 29 w 149"/>
                <a:gd name="T11" fmla="*/ 121 h 121"/>
                <a:gd name="T12" fmla="*/ 99 w 149"/>
                <a:gd name="T13" fmla="*/ 99 h 121"/>
                <a:gd name="T14" fmla="*/ 64 w 149"/>
                <a:gd name="T15" fmla="*/ 67 h 121"/>
                <a:gd name="T16" fmla="*/ 98 w 149"/>
                <a:gd name="T17" fmla="*/ 8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9" h="121">
                  <a:moveTo>
                    <a:pt x="98" y="84"/>
                  </a:moveTo>
                  <a:cubicBezTo>
                    <a:pt x="127" y="84"/>
                    <a:pt x="149" y="61"/>
                    <a:pt x="149" y="34"/>
                  </a:cubicBezTo>
                  <a:cubicBezTo>
                    <a:pt x="147" y="22"/>
                    <a:pt x="143" y="0"/>
                    <a:pt x="112" y="0"/>
                  </a:cubicBezTo>
                  <a:cubicBezTo>
                    <a:pt x="78" y="0"/>
                    <a:pt x="67" y="47"/>
                    <a:pt x="39" y="78"/>
                  </a:cubicBezTo>
                  <a:cubicBezTo>
                    <a:pt x="37" y="95"/>
                    <a:pt x="20" y="111"/>
                    <a:pt x="0" y="113"/>
                  </a:cubicBezTo>
                  <a:cubicBezTo>
                    <a:pt x="5" y="118"/>
                    <a:pt x="16" y="121"/>
                    <a:pt x="29" y="121"/>
                  </a:cubicBezTo>
                  <a:cubicBezTo>
                    <a:pt x="54" y="121"/>
                    <a:pt x="83" y="114"/>
                    <a:pt x="99" y="99"/>
                  </a:cubicBezTo>
                  <a:cubicBezTo>
                    <a:pt x="78" y="99"/>
                    <a:pt x="65" y="86"/>
                    <a:pt x="64" y="67"/>
                  </a:cubicBezTo>
                  <a:cubicBezTo>
                    <a:pt x="74" y="79"/>
                    <a:pt x="85" y="84"/>
                    <a:pt x="98" y="84"/>
                  </a:cubicBezTo>
                </a:path>
              </a:pathLst>
            </a:custGeom>
            <a:solidFill>
              <a:srgbClr val="00B9E7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PT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53936070-5445-4D5B-B6F0-A72D3CC87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4057" y="1641201"/>
              <a:ext cx="1018971" cy="860913"/>
            </a:xfrm>
            <a:custGeom>
              <a:avLst/>
              <a:gdLst>
                <a:gd name="T0" fmla="*/ 227 w 227"/>
                <a:gd name="T1" fmla="*/ 120 h 192"/>
                <a:gd name="T2" fmla="*/ 188 w 227"/>
                <a:gd name="T3" fmla="*/ 40 h 192"/>
                <a:gd name="T4" fmla="*/ 127 w 227"/>
                <a:gd name="T5" fmla="*/ 2 h 192"/>
                <a:gd name="T6" fmla="*/ 122 w 227"/>
                <a:gd name="T7" fmla="*/ 0 h 192"/>
                <a:gd name="T8" fmla="*/ 121 w 227"/>
                <a:gd name="T9" fmla="*/ 0 h 192"/>
                <a:gd name="T10" fmla="*/ 0 w 227"/>
                <a:gd name="T11" fmla="*/ 125 h 192"/>
                <a:gd name="T12" fmla="*/ 42 w 227"/>
                <a:gd name="T13" fmla="*/ 187 h 192"/>
                <a:gd name="T14" fmla="*/ 85 w 227"/>
                <a:gd name="T15" fmla="*/ 187 h 192"/>
                <a:gd name="T16" fmla="*/ 117 w 227"/>
                <a:gd name="T17" fmla="*/ 166 h 192"/>
                <a:gd name="T18" fmla="*/ 190 w 227"/>
                <a:gd name="T19" fmla="*/ 88 h 192"/>
                <a:gd name="T20" fmla="*/ 227 w 227"/>
                <a:gd name="T21" fmla="*/ 122 h 192"/>
                <a:gd name="T22" fmla="*/ 227 w 227"/>
                <a:gd name="T23" fmla="*/ 12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7" h="192">
                  <a:moveTo>
                    <a:pt x="227" y="120"/>
                  </a:moveTo>
                  <a:cubicBezTo>
                    <a:pt x="226" y="88"/>
                    <a:pt x="211" y="61"/>
                    <a:pt x="188" y="40"/>
                  </a:cubicBezTo>
                  <a:cubicBezTo>
                    <a:pt x="170" y="23"/>
                    <a:pt x="149" y="11"/>
                    <a:pt x="127" y="2"/>
                  </a:cubicBezTo>
                  <a:cubicBezTo>
                    <a:pt x="125" y="1"/>
                    <a:pt x="123" y="0"/>
                    <a:pt x="122" y="0"/>
                  </a:cubicBezTo>
                  <a:cubicBezTo>
                    <a:pt x="122" y="0"/>
                    <a:pt x="122" y="0"/>
                    <a:pt x="121" y="0"/>
                  </a:cubicBezTo>
                  <a:cubicBezTo>
                    <a:pt x="94" y="32"/>
                    <a:pt x="0" y="57"/>
                    <a:pt x="0" y="125"/>
                  </a:cubicBezTo>
                  <a:cubicBezTo>
                    <a:pt x="0" y="152"/>
                    <a:pt x="17" y="176"/>
                    <a:pt x="42" y="187"/>
                  </a:cubicBezTo>
                  <a:cubicBezTo>
                    <a:pt x="56" y="192"/>
                    <a:pt x="70" y="192"/>
                    <a:pt x="85" y="187"/>
                  </a:cubicBezTo>
                  <a:cubicBezTo>
                    <a:pt x="98" y="183"/>
                    <a:pt x="108" y="175"/>
                    <a:pt x="117" y="166"/>
                  </a:cubicBezTo>
                  <a:cubicBezTo>
                    <a:pt x="145" y="135"/>
                    <a:pt x="156" y="88"/>
                    <a:pt x="190" y="88"/>
                  </a:cubicBezTo>
                  <a:cubicBezTo>
                    <a:pt x="221" y="88"/>
                    <a:pt x="225" y="110"/>
                    <a:pt x="227" y="122"/>
                  </a:cubicBezTo>
                  <a:cubicBezTo>
                    <a:pt x="227" y="122"/>
                    <a:pt x="227" y="121"/>
                    <a:pt x="227" y="120"/>
                  </a:cubicBezTo>
                </a:path>
              </a:pathLst>
            </a:custGeom>
            <a:solidFill>
              <a:srgbClr val="007DB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PT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398021" y="1494767"/>
            <a:ext cx="9058352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373" y="1828800"/>
            <a:ext cx="267092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358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d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398021" y="1494767"/>
            <a:ext cx="9233659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680" y="1828800"/>
            <a:ext cx="2438400" cy="242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528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 hasCustomPrompt="1"/>
            <p:custDataLst>
              <p:tags r:id="rId1"/>
            </p:custDataLst>
          </p:nvPr>
        </p:nvSpPr>
        <p:spPr>
          <a:xfrm>
            <a:off x="398021" y="1494767"/>
            <a:ext cx="9346384" cy="4643751"/>
          </a:xfrm>
        </p:spPr>
        <p:txBody>
          <a:bodyPr/>
          <a:lstStyle>
            <a:lvl1pPr>
              <a:defRPr b="0"/>
            </a:lvl1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</a:t>
            </a:r>
          </a:p>
          <a:p>
            <a:pPr lvl="1"/>
            <a:r>
              <a:rPr lang="en-US" noProof="0" dirty="0"/>
              <a:t>Text style level 2</a:t>
            </a:r>
          </a:p>
          <a:p>
            <a:pPr lvl="2"/>
            <a:r>
              <a:rPr lang="en-US" noProof="0" dirty="0"/>
              <a:t>Text style level 3</a:t>
            </a:r>
          </a:p>
          <a:p>
            <a:pPr lvl="3"/>
            <a:r>
              <a:rPr lang="en-US" noProof="0" dirty="0"/>
              <a:t>Text style level 4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0" y="1828800"/>
            <a:ext cx="3048000" cy="15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44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 with Shapes - Layout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50C01FB-E2BF-4470-A153-6F7BF3CCF3F9}"/>
              </a:ext>
            </a:extLst>
          </p:cNvPr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57756"/>
            <a:endParaRPr lang="pt-PT" sz="1900">
              <a:solidFill>
                <a:prstClr val="white"/>
              </a:solidFill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BFCF213-9AB8-422B-8F8D-9F6A01ED15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3305" b="8553"/>
          <a:stretch>
            <a:fillRect/>
          </a:stretch>
        </p:blipFill>
        <p:spPr>
          <a:xfrm rot="19314106">
            <a:off x="10091405" y="-166653"/>
            <a:ext cx="3522628" cy="5177025"/>
          </a:xfrm>
          <a:custGeom>
            <a:avLst/>
            <a:gdLst>
              <a:gd name="connsiteX0" fmla="*/ 3522628 w 3522628"/>
              <a:gd name="connsiteY0" fmla="*/ 891962 h 5177025"/>
              <a:gd name="connsiteX1" fmla="*/ 162923 w 3522628"/>
              <a:gd name="connsiteY1" fmla="*/ 5177025 h 5177025"/>
              <a:gd name="connsiteX2" fmla="*/ 0 w 3522628"/>
              <a:gd name="connsiteY2" fmla="*/ 5049285 h 5177025"/>
              <a:gd name="connsiteX3" fmla="*/ 0 w 3522628"/>
              <a:gd name="connsiteY3" fmla="*/ 1923687 h 5177025"/>
              <a:gd name="connsiteX4" fmla="*/ 1508267 w 3522628"/>
              <a:gd name="connsiteY4" fmla="*/ 0 h 5177025"/>
              <a:gd name="connsiteX5" fmla="*/ 2384994 w 3522628"/>
              <a:gd name="connsiteY5" fmla="*/ 0 h 5177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22628" h="5177025">
                <a:moveTo>
                  <a:pt x="3522628" y="891962"/>
                </a:moveTo>
                <a:lnTo>
                  <a:pt x="162923" y="5177025"/>
                </a:lnTo>
                <a:lnTo>
                  <a:pt x="0" y="5049285"/>
                </a:lnTo>
                <a:lnTo>
                  <a:pt x="0" y="1923687"/>
                </a:lnTo>
                <a:lnTo>
                  <a:pt x="1508267" y="0"/>
                </a:lnTo>
                <a:lnTo>
                  <a:pt x="2384994" y="0"/>
                </a:lnTo>
                <a:close/>
              </a:path>
            </a:pathLst>
          </a:custGeom>
        </p:spPr>
      </p:pic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552BBB0A-405D-419D-8BD5-EC8D9F84B7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8" y="404813"/>
            <a:ext cx="11016604" cy="8636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lang="pt-PT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>
              <a:lnSpc>
                <a:spcPts val="3000"/>
              </a:lnSpc>
            </a:pPr>
            <a:r>
              <a:rPr lang="en-US" dirty="0"/>
              <a:t>Click to add title</a:t>
            </a:r>
            <a:endParaRPr lang="pt-PT" dirty="0"/>
          </a:p>
        </p:txBody>
      </p:sp>
      <p:sp>
        <p:nvSpPr>
          <p:cNvPr id="16" name="Retângulo 43">
            <a:extLst>
              <a:ext uri="{FF2B5EF4-FFF2-40B4-BE49-F238E27FC236}">
                <a16:creationId xmlns:a16="http://schemas.microsoft.com/office/drawing/2014/main" id="{25FC8637-25BD-4C09-AF25-56B4243DAB3D}"/>
              </a:ext>
            </a:extLst>
          </p:cNvPr>
          <p:cNvSpPr/>
          <p:nvPr userDrawn="1"/>
        </p:nvSpPr>
        <p:spPr>
          <a:xfrm>
            <a:off x="11784013" y="6555758"/>
            <a:ext cx="242375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defTabSz="957756"/>
            <a:fld id="{0502E5A9-B53C-401E-A0E0-4A359BB0A9E5}" type="slidenum">
              <a:rPr lang="en-US" sz="800">
                <a:solidFill>
                  <a:prstClr val="black">
                    <a:lumMod val="50000"/>
                    <a:lumOff val="50000"/>
                  </a:prstClr>
                </a:solidFill>
                <a:cs typeface="Arial" panose="020B0604020202020204" pitchFamily="34" charset="0"/>
              </a:rPr>
              <a:pPr algn="r" defTabSz="957756"/>
              <a:t>‹#›</a:t>
            </a:fld>
            <a:endParaRPr lang="en-US" sz="800" dirty="0">
              <a:solidFill>
                <a:prstClr val="black">
                  <a:lumMod val="50000"/>
                  <a:lumOff val="50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23" name="Graphic 4">
            <a:extLst>
              <a:ext uri="{FF2B5EF4-FFF2-40B4-BE49-F238E27FC236}">
                <a16:creationId xmlns:a16="http://schemas.microsoft.com/office/drawing/2014/main" id="{25EEA1D4-3AF7-42D7-AE97-AE404AECFA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1836" t="-4713" b="16530"/>
          <a:stretch/>
        </p:blipFill>
        <p:spPr>
          <a:xfrm>
            <a:off x="11547793" y="188640"/>
            <a:ext cx="424356" cy="459624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407988" y="1447800"/>
            <a:ext cx="10183812" cy="434340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lnSpc>
                <a:spcPct val="150000"/>
              </a:lnSpc>
              <a:defRPr sz="20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600"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8006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8A1A95F-E6B1-4D64-9EE3-62F86C38769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3524" y="5780459"/>
            <a:ext cx="886097" cy="938841"/>
          </a:xfrm>
          <a:prstGeom prst="rect">
            <a:avLst/>
          </a:prstGeom>
        </p:spPr>
      </p:pic>
      <p:grpSp>
        <p:nvGrpSpPr>
          <p:cNvPr id="12" name="Group 14"/>
          <p:cNvGrpSpPr>
            <a:grpSpLocks noChangeAspect="1"/>
          </p:cNvGrpSpPr>
          <p:nvPr userDrawn="1"/>
        </p:nvGrpSpPr>
        <p:grpSpPr>
          <a:xfrm>
            <a:off x="9769232" y="214877"/>
            <a:ext cx="2112264" cy="470923"/>
            <a:chOff x="728663" y="4465638"/>
            <a:chExt cx="5354637" cy="1193801"/>
          </a:xfrm>
        </p:grpSpPr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5464175" y="4830763"/>
              <a:ext cx="619125" cy="503238"/>
            </a:xfrm>
            <a:custGeom>
              <a:avLst/>
              <a:gdLst/>
              <a:ahLst/>
              <a:cxnLst>
                <a:cxn ang="0">
                  <a:pos x="125" y="107"/>
                </a:cxn>
                <a:cxn ang="0">
                  <a:pos x="189" y="43"/>
                </a:cxn>
                <a:cxn ang="0">
                  <a:pos x="142" y="0"/>
                </a:cxn>
                <a:cxn ang="0">
                  <a:pos x="50" y="99"/>
                </a:cxn>
                <a:cxn ang="0">
                  <a:pos x="0" y="144"/>
                </a:cxn>
                <a:cxn ang="0">
                  <a:pos x="37" y="154"/>
                </a:cxn>
                <a:cxn ang="0">
                  <a:pos x="125" y="125"/>
                </a:cxn>
                <a:cxn ang="0">
                  <a:pos x="81" y="85"/>
                </a:cxn>
                <a:cxn ang="0">
                  <a:pos x="125" y="107"/>
                </a:cxn>
              </a:cxnLst>
              <a:rect l="0" t="0" r="r" b="b"/>
              <a:pathLst>
                <a:path w="189" h="154">
                  <a:moveTo>
                    <a:pt x="125" y="107"/>
                  </a:moveTo>
                  <a:cubicBezTo>
                    <a:pt x="161" y="107"/>
                    <a:pt x="188" y="78"/>
                    <a:pt x="189" y="43"/>
                  </a:cubicBezTo>
                  <a:cubicBezTo>
                    <a:pt x="186" y="28"/>
                    <a:pt x="181" y="0"/>
                    <a:pt x="142" y="0"/>
                  </a:cubicBezTo>
                  <a:cubicBezTo>
                    <a:pt x="99" y="0"/>
                    <a:pt x="84" y="60"/>
                    <a:pt x="50" y="99"/>
                  </a:cubicBezTo>
                  <a:cubicBezTo>
                    <a:pt x="47" y="121"/>
                    <a:pt x="26" y="140"/>
                    <a:pt x="0" y="144"/>
                  </a:cubicBezTo>
                  <a:cubicBezTo>
                    <a:pt x="6" y="150"/>
                    <a:pt x="20" y="154"/>
                    <a:pt x="37" y="154"/>
                  </a:cubicBezTo>
                  <a:cubicBezTo>
                    <a:pt x="68" y="154"/>
                    <a:pt x="106" y="145"/>
                    <a:pt x="125" y="125"/>
                  </a:cubicBezTo>
                  <a:cubicBezTo>
                    <a:pt x="99" y="126"/>
                    <a:pt x="82" y="109"/>
                    <a:pt x="81" y="85"/>
                  </a:cubicBezTo>
                  <a:cubicBezTo>
                    <a:pt x="93" y="101"/>
                    <a:pt x="108" y="107"/>
                    <a:pt x="125" y="107"/>
                  </a:cubicBezTo>
                </a:path>
              </a:pathLst>
            </a:custGeom>
            <a:solidFill>
              <a:srgbClr val="12ABDB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728663" y="4483101"/>
              <a:ext cx="4352925" cy="1176338"/>
            </a:xfrm>
            <a:custGeom>
              <a:avLst/>
              <a:gdLst/>
              <a:ahLst/>
              <a:cxnLst>
                <a:cxn ang="0">
                  <a:pos x="1281" y="86"/>
                </a:cxn>
                <a:cxn ang="0">
                  <a:pos x="1240" y="210"/>
                </a:cxn>
                <a:cxn ang="0">
                  <a:pos x="1122" y="182"/>
                </a:cxn>
                <a:cxn ang="0">
                  <a:pos x="1121" y="104"/>
                </a:cxn>
                <a:cxn ang="0">
                  <a:pos x="1061" y="211"/>
                </a:cxn>
                <a:cxn ang="0">
                  <a:pos x="1007" y="84"/>
                </a:cxn>
                <a:cxn ang="0">
                  <a:pos x="924" y="86"/>
                </a:cxn>
                <a:cxn ang="0">
                  <a:pos x="830" y="72"/>
                </a:cxn>
                <a:cxn ang="0">
                  <a:pos x="781" y="160"/>
                </a:cxn>
                <a:cxn ang="0">
                  <a:pos x="756" y="81"/>
                </a:cxn>
                <a:cxn ang="0">
                  <a:pos x="666" y="200"/>
                </a:cxn>
                <a:cxn ang="0">
                  <a:pos x="677" y="82"/>
                </a:cxn>
                <a:cxn ang="0">
                  <a:pos x="628" y="196"/>
                </a:cxn>
                <a:cxn ang="0">
                  <a:pos x="585" y="113"/>
                </a:cxn>
                <a:cxn ang="0">
                  <a:pos x="527" y="198"/>
                </a:cxn>
                <a:cxn ang="0">
                  <a:pos x="586" y="102"/>
                </a:cxn>
                <a:cxn ang="0">
                  <a:pos x="493" y="118"/>
                </a:cxn>
                <a:cxn ang="0">
                  <a:pos x="454" y="147"/>
                </a:cxn>
                <a:cxn ang="0">
                  <a:pos x="368" y="111"/>
                </a:cxn>
                <a:cxn ang="0">
                  <a:pos x="335" y="90"/>
                </a:cxn>
                <a:cxn ang="0">
                  <a:pos x="309" y="215"/>
                </a:cxn>
                <a:cxn ang="0">
                  <a:pos x="280" y="124"/>
                </a:cxn>
                <a:cxn ang="0">
                  <a:pos x="224" y="211"/>
                </a:cxn>
                <a:cxn ang="0">
                  <a:pos x="286" y="113"/>
                </a:cxn>
                <a:cxn ang="0">
                  <a:pos x="182" y="145"/>
                </a:cxn>
                <a:cxn ang="0">
                  <a:pos x="39" y="128"/>
                </a:cxn>
                <a:cxn ang="0">
                  <a:pos x="136" y="72"/>
                </a:cxn>
                <a:cxn ang="0">
                  <a:pos x="109" y="0"/>
                </a:cxn>
                <a:cxn ang="0">
                  <a:pos x="90" y="249"/>
                </a:cxn>
                <a:cxn ang="0">
                  <a:pos x="218" y="238"/>
                </a:cxn>
                <a:cxn ang="0">
                  <a:pos x="306" y="238"/>
                </a:cxn>
                <a:cxn ang="0">
                  <a:pos x="377" y="337"/>
                </a:cxn>
                <a:cxn ang="0">
                  <a:pos x="404" y="109"/>
                </a:cxn>
                <a:cxn ang="0">
                  <a:pos x="420" y="182"/>
                </a:cxn>
                <a:cxn ang="0">
                  <a:pos x="392" y="239"/>
                </a:cxn>
                <a:cxn ang="0">
                  <a:pos x="480" y="160"/>
                </a:cxn>
                <a:cxn ang="0">
                  <a:pos x="519" y="227"/>
                </a:cxn>
                <a:cxn ang="0">
                  <a:pos x="564" y="226"/>
                </a:cxn>
                <a:cxn ang="0">
                  <a:pos x="526" y="359"/>
                </a:cxn>
                <a:cxn ang="0">
                  <a:pos x="639" y="214"/>
                </a:cxn>
                <a:cxn ang="0">
                  <a:pos x="758" y="189"/>
                </a:cxn>
                <a:cxn ang="0">
                  <a:pos x="829" y="111"/>
                </a:cxn>
                <a:cxn ang="0">
                  <a:pos x="920" y="128"/>
                </a:cxn>
                <a:cxn ang="0">
                  <a:pos x="1010" y="176"/>
                </a:cxn>
                <a:cxn ang="0">
                  <a:pos x="1097" y="200"/>
                </a:cxn>
                <a:cxn ang="0">
                  <a:pos x="1174" y="112"/>
                </a:cxn>
                <a:cxn ang="0">
                  <a:pos x="1274" y="196"/>
                </a:cxn>
                <a:cxn ang="0">
                  <a:pos x="1328" y="227"/>
                </a:cxn>
                <a:cxn ang="0">
                  <a:pos x="528" y="335"/>
                </a:cxn>
                <a:cxn ang="0">
                  <a:pos x="564" y="248"/>
                </a:cxn>
                <a:cxn ang="0">
                  <a:pos x="674" y="105"/>
                </a:cxn>
                <a:cxn ang="0">
                  <a:pos x="655" y="181"/>
                </a:cxn>
              </a:cxnLst>
              <a:rect l="0" t="0" r="r" b="b"/>
              <a:pathLst>
                <a:path w="1328" h="359">
                  <a:moveTo>
                    <a:pt x="1295" y="118"/>
                  </a:moveTo>
                  <a:cubicBezTo>
                    <a:pt x="1295" y="99"/>
                    <a:pt x="1294" y="86"/>
                    <a:pt x="1281" y="86"/>
                  </a:cubicBezTo>
                  <a:cubicBezTo>
                    <a:pt x="1275" y="86"/>
                    <a:pt x="1273" y="87"/>
                    <a:pt x="1268" y="89"/>
                  </a:cubicBezTo>
                  <a:cubicBezTo>
                    <a:pt x="1272" y="153"/>
                    <a:pt x="1258" y="210"/>
                    <a:pt x="1240" y="210"/>
                  </a:cubicBezTo>
                  <a:cubicBezTo>
                    <a:pt x="1217" y="210"/>
                    <a:pt x="1228" y="72"/>
                    <a:pt x="1179" y="72"/>
                  </a:cubicBezTo>
                  <a:cubicBezTo>
                    <a:pt x="1133" y="72"/>
                    <a:pt x="1127" y="182"/>
                    <a:pt x="1122" y="182"/>
                  </a:cubicBezTo>
                  <a:cubicBezTo>
                    <a:pt x="1118" y="182"/>
                    <a:pt x="1118" y="153"/>
                    <a:pt x="1118" y="131"/>
                  </a:cubicBezTo>
                  <a:cubicBezTo>
                    <a:pt x="1120" y="120"/>
                    <a:pt x="1121" y="111"/>
                    <a:pt x="1121" y="104"/>
                  </a:cubicBezTo>
                  <a:cubicBezTo>
                    <a:pt x="1121" y="93"/>
                    <a:pt x="1117" y="76"/>
                    <a:pt x="1093" y="84"/>
                  </a:cubicBezTo>
                  <a:cubicBezTo>
                    <a:pt x="1094" y="163"/>
                    <a:pt x="1078" y="211"/>
                    <a:pt x="1061" y="211"/>
                  </a:cubicBezTo>
                  <a:cubicBezTo>
                    <a:pt x="1035" y="211"/>
                    <a:pt x="1034" y="139"/>
                    <a:pt x="1034" y="120"/>
                  </a:cubicBezTo>
                  <a:cubicBezTo>
                    <a:pt x="1034" y="101"/>
                    <a:pt x="1036" y="75"/>
                    <a:pt x="1007" y="84"/>
                  </a:cubicBezTo>
                  <a:cubicBezTo>
                    <a:pt x="1003" y="153"/>
                    <a:pt x="985" y="204"/>
                    <a:pt x="974" y="204"/>
                  </a:cubicBezTo>
                  <a:cubicBezTo>
                    <a:pt x="957" y="204"/>
                    <a:pt x="960" y="86"/>
                    <a:pt x="924" y="86"/>
                  </a:cubicBezTo>
                  <a:cubicBezTo>
                    <a:pt x="891" y="86"/>
                    <a:pt x="881" y="198"/>
                    <a:pt x="874" y="198"/>
                  </a:cubicBezTo>
                  <a:cubicBezTo>
                    <a:pt x="861" y="198"/>
                    <a:pt x="877" y="72"/>
                    <a:pt x="830" y="72"/>
                  </a:cubicBezTo>
                  <a:cubicBezTo>
                    <a:pt x="805" y="72"/>
                    <a:pt x="795" y="114"/>
                    <a:pt x="785" y="161"/>
                  </a:cubicBezTo>
                  <a:cubicBezTo>
                    <a:pt x="784" y="170"/>
                    <a:pt x="782" y="171"/>
                    <a:pt x="781" y="160"/>
                  </a:cubicBezTo>
                  <a:cubicBezTo>
                    <a:pt x="781" y="152"/>
                    <a:pt x="781" y="142"/>
                    <a:pt x="781" y="134"/>
                  </a:cubicBezTo>
                  <a:cubicBezTo>
                    <a:pt x="793" y="86"/>
                    <a:pt x="778" y="69"/>
                    <a:pt x="756" y="81"/>
                  </a:cubicBezTo>
                  <a:cubicBezTo>
                    <a:pt x="763" y="169"/>
                    <a:pt x="723" y="212"/>
                    <a:pt x="692" y="212"/>
                  </a:cubicBezTo>
                  <a:cubicBezTo>
                    <a:pt x="681" y="212"/>
                    <a:pt x="672" y="207"/>
                    <a:pt x="666" y="200"/>
                  </a:cubicBezTo>
                  <a:cubicBezTo>
                    <a:pt x="703" y="177"/>
                    <a:pt x="719" y="151"/>
                    <a:pt x="719" y="126"/>
                  </a:cubicBezTo>
                  <a:cubicBezTo>
                    <a:pt x="719" y="98"/>
                    <a:pt x="704" y="82"/>
                    <a:pt x="677" y="82"/>
                  </a:cubicBezTo>
                  <a:cubicBezTo>
                    <a:pt x="640" y="82"/>
                    <a:pt x="620" y="120"/>
                    <a:pt x="620" y="152"/>
                  </a:cubicBezTo>
                  <a:cubicBezTo>
                    <a:pt x="620" y="169"/>
                    <a:pt x="623" y="184"/>
                    <a:pt x="628" y="196"/>
                  </a:cubicBezTo>
                  <a:cubicBezTo>
                    <a:pt x="616" y="202"/>
                    <a:pt x="604" y="207"/>
                    <a:pt x="593" y="212"/>
                  </a:cubicBezTo>
                  <a:cubicBezTo>
                    <a:pt x="592" y="179"/>
                    <a:pt x="588" y="145"/>
                    <a:pt x="585" y="113"/>
                  </a:cubicBezTo>
                  <a:cubicBezTo>
                    <a:pt x="566" y="107"/>
                    <a:pt x="560" y="117"/>
                    <a:pt x="559" y="134"/>
                  </a:cubicBezTo>
                  <a:cubicBezTo>
                    <a:pt x="555" y="174"/>
                    <a:pt x="540" y="198"/>
                    <a:pt x="527" y="198"/>
                  </a:cubicBezTo>
                  <a:cubicBezTo>
                    <a:pt x="518" y="198"/>
                    <a:pt x="512" y="186"/>
                    <a:pt x="511" y="174"/>
                  </a:cubicBezTo>
                  <a:cubicBezTo>
                    <a:pt x="507" y="110"/>
                    <a:pt x="559" y="92"/>
                    <a:pt x="586" y="102"/>
                  </a:cubicBezTo>
                  <a:cubicBezTo>
                    <a:pt x="592" y="88"/>
                    <a:pt x="585" y="77"/>
                    <a:pt x="561" y="77"/>
                  </a:cubicBezTo>
                  <a:cubicBezTo>
                    <a:pt x="531" y="77"/>
                    <a:pt x="509" y="95"/>
                    <a:pt x="493" y="118"/>
                  </a:cubicBezTo>
                  <a:cubicBezTo>
                    <a:pt x="482" y="134"/>
                    <a:pt x="470" y="145"/>
                    <a:pt x="453" y="158"/>
                  </a:cubicBezTo>
                  <a:cubicBezTo>
                    <a:pt x="454" y="154"/>
                    <a:pt x="454" y="150"/>
                    <a:pt x="454" y="147"/>
                  </a:cubicBezTo>
                  <a:cubicBezTo>
                    <a:pt x="454" y="102"/>
                    <a:pt x="430" y="82"/>
                    <a:pt x="406" y="82"/>
                  </a:cubicBezTo>
                  <a:cubicBezTo>
                    <a:pt x="387" y="82"/>
                    <a:pt x="375" y="94"/>
                    <a:pt x="368" y="111"/>
                  </a:cubicBezTo>
                  <a:cubicBezTo>
                    <a:pt x="366" y="94"/>
                    <a:pt x="363" y="86"/>
                    <a:pt x="353" y="86"/>
                  </a:cubicBezTo>
                  <a:cubicBezTo>
                    <a:pt x="348" y="86"/>
                    <a:pt x="342" y="87"/>
                    <a:pt x="335" y="90"/>
                  </a:cubicBezTo>
                  <a:cubicBezTo>
                    <a:pt x="338" y="100"/>
                    <a:pt x="340" y="122"/>
                    <a:pt x="340" y="137"/>
                  </a:cubicBezTo>
                  <a:cubicBezTo>
                    <a:pt x="340" y="191"/>
                    <a:pt x="324" y="215"/>
                    <a:pt x="309" y="215"/>
                  </a:cubicBezTo>
                  <a:cubicBezTo>
                    <a:pt x="292" y="215"/>
                    <a:pt x="290" y="151"/>
                    <a:pt x="288" y="126"/>
                  </a:cubicBezTo>
                  <a:cubicBezTo>
                    <a:pt x="286" y="125"/>
                    <a:pt x="284" y="124"/>
                    <a:pt x="280" y="124"/>
                  </a:cubicBezTo>
                  <a:cubicBezTo>
                    <a:pt x="264" y="124"/>
                    <a:pt x="262" y="145"/>
                    <a:pt x="259" y="164"/>
                  </a:cubicBezTo>
                  <a:cubicBezTo>
                    <a:pt x="254" y="185"/>
                    <a:pt x="242" y="211"/>
                    <a:pt x="224" y="211"/>
                  </a:cubicBezTo>
                  <a:cubicBezTo>
                    <a:pt x="214" y="211"/>
                    <a:pt x="207" y="201"/>
                    <a:pt x="206" y="182"/>
                  </a:cubicBezTo>
                  <a:cubicBezTo>
                    <a:pt x="204" y="144"/>
                    <a:pt x="236" y="99"/>
                    <a:pt x="286" y="113"/>
                  </a:cubicBezTo>
                  <a:cubicBezTo>
                    <a:pt x="292" y="98"/>
                    <a:pt x="282" y="86"/>
                    <a:pt x="261" y="86"/>
                  </a:cubicBezTo>
                  <a:cubicBezTo>
                    <a:pt x="225" y="86"/>
                    <a:pt x="195" y="113"/>
                    <a:pt x="182" y="145"/>
                  </a:cubicBezTo>
                  <a:cubicBezTo>
                    <a:pt x="169" y="175"/>
                    <a:pt x="145" y="218"/>
                    <a:pt x="98" y="218"/>
                  </a:cubicBezTo>
                  <a:cubicBezTo>
                    <a:pt x="65" y="218"/>
                    <a:pt x="39" y="189"/>
                    <a:pt x="39" y="128"/>
                  </a:cubicBezTo>
                  <a:cubicBezTo>
                    <a:pt x="39" y="75"/>
                    <a:pt x="72" y="25"/>
                    <a:pt x="108" y="25"/>
                  </a:cubicBezTo>
                  <a:cubicBezTo>
                    <a:pt x="132" y="25"/>
                    <a:pt x="138" y="50"/>
                    <a:pt x="136" y="72"/>
                  </a:cubicBezTo>
                  <a:cubicBezTo>
                    <a:pt x="149" y="83"/>
                    <a:pt x="170" y="73"/>
                    <a:pt x="170" y="47"/>
                  </a:cubicBezTo>
                  <a:cubicBezTo>
                    <a:pt x="170" y="30"/>
                    <a:pt x="156" y="0"/>
                    <a:pt x="109" y="0"/>
                  </a:cubicBezTo>
                  <a:cubicBezTo>
                    <a:pt x="51" y="0"/>
                    <a:pt x="0" y="57"/>
                    <a:pt x="0" y="132"/>
                  </a:cubicBezTo>
                  <a:cubicBezTo>
                    <a:pt x="0" y="206"/>
                    <a:pt x="38" y="249"/>
                    <a:pt x="90" y="249"/>
                  </a:cubicBezTo>
                  <a:cubicBezTo>
                    <a:pt x="123" y="249"/>
                    <a:pt x="154" y="230"/>
                    <a:pt x="176" y="195"/>
                  </a:cubicBezTo>
                  <a:cubicBezTo>
                    <a:pt x="181" y="226"/>
                    <a:pt x="202" y="238"/>
                    <a:pt x="218" y="238"/>
                  </a:cubicBezTo>
                  <a:cubicBezTo>
                    <a:pt x="243" y="238"/>
                    <a:pt x="260" y="222"/>
                    <a:pt x="269" y="200"/>
                  </a:cubicBezTo>
                  <a:cubicBezTo>
                    <a:pt x="274" y="222"/>
                    <a:pt x="286" y="238"/>
                    <a:pt x="306" y="238"/>
                  </a:cubicBezTo>
                  <a:cubicBezTo>
                    <a:pt x="320" y="238"/>
                    <a:pt x="330" y="231"/>
                    <a:pt x="339" y="220"/>
                  </a:cubicBezTo>
                  <a:cubicBezTo>
                    <a:pt x="335" y="297"/>
                    <a:pt x="331" y="346"/>
                    <a:pt x="377" y="337"/>
                  </a:cubicBezTo>
                  <a:cubicBezTo>
                    <a:pt x="370" y="315"/>
                    <a:pt x="368" y="275"/>
                    <a:pt x="368" y="239"/>
                  </a:cubicBezTo>
                  <a:cubicBezTo>
                    <a:pt x="368" y="141"/>
                    <a:pt x="384" y="109"/>
                    <a:pt x="404" y="109"/>
                  </a:cubicBezTo>
                  <a:cubicBezTo>
                    <a:pt x="419" y="109"/>
                    <a:pt x="423" y="128"/>
                    <a:pt x="423" y="148"/>
                  </a:cubicBezTo>
                  <a:cubicBezTo>
                    <a:pt x="423" y="158"/>
                    <a:pt x="422" y="170"/>
                    <a:pt x="420" y="182"/>
                  </a:cubicBezTo>
                  <a:cubicBezTo>
                    <a:pt x="395" y="197"/>
                    <a:pt x="375" y="210"/>
                    <a:pt x="375" y="225"/>
                  </a:cubicBezTo>
                  <a:cubicBezTo>
                    <a:pt x="375" y="238"/>
                    <a:pt x="384" y="239"/>
                    <a:pt x="392" y="239"/>
                  </a:cubicBezTo>
                  <a:cubicBezTo>
                    <a:pt x="411" y="239"/>
                    <a:pt x="434" y="220"/>
                    <a:pt x="447" y="185"/>
                  </a:cubicBezTo>
                  <a:cubicBezTo>
                    <a:pt x="458" y="178"/>
                    <a:pt x="469" y="170"/>
                    <a:pt x="480" y="160"/>
                  </a:cubicBezTo>
                  <a:cubicBezTo>
                    <a:pt x="480" y="164"/>
                    <a:pt x="479" y="167"/>
                    <a:pt x="479" y="171"/>
                  </a:cubicBezTo>
                  <a:cubicBezTo>
                    <a:pt x="479" y="206"/>
                    <a:pt x="495" y="227"/>
                    <a:pt x="519" y="227"/>
                  </a:cubicBezTo>
                  <a:cubicBezTo>
                    <a:pt x="538" y="227"/>
                    <a:pt x="553" y="214"/>
                    <a:pt x="563" y="193"/>
                  </a:cubicBezTo>
                  <a:cubicBezTo>
                    <a:pt x="564" y="205"/>
                    <a:pt x="564" y="216"/>
                    <a:pt x="564" y="226"/>
                  </a:cubicBezTo>
                  <a:cubicBezTo>
                    <a:pt x="525" y="244"/>
                    <a:pt x="482" y="262"/>
                    <a:pt x="482" y="313"/>
                  </a:cubicBezTo>
                  <a:cubicBezTo>
                    <a:pt x="482" y="339"/>
                    <a:pt x="501" y="359"/>
                    <a:pt x="526" y="359"/>
                  </a:cubicBezTo>
                  <a:cubicBezTo>
                    <a:pt x="580" y="359"/>
                    <a:pt x="593" y="302"/>
                    <a:pt x="593" y="235"/>
                  </a:cubicBezTo>
                  <a:cubicBezTo>
                    <a:pt x="611" y="227"/>
                    <a:pt x="624" y="222"/>
                    <a:pt x="639" y="214"/>
                  </a:cubicBezTo>
                  <a:cubicBezTo>
                    <a:pt x="652" y="230"/>
                    <a:pt x="670" y="238"/>
                    <a:pt x="686" y="238"/>
                  </a:cubicBezTo>
                  <a:cubicBezTo>
                    <a:pt x="717" y="238"/>
                    <a:pt x="740" y="222"/>
                    <a:pt x="758" y="189"/>
                  </a:cubicBezTo>
                  <a:cubicBezTo>
                    <a:pt x="762" y="214"/>
                    <a:pt x="768" y="238"/>
                    <a:pt x="781" y="238"/>
                  </a:cubicBezTo>
                  <a:cubicBezTo>
                    <a:pt x="806" y="238"/>
                    <a:pt x="811" y="111"/>
                    <a:pt x="829" y="111"/>
                  </a:cubicBezTo>
                  <a:cubicBezTo>
                    <a:pt x="843" y="111"/>
                    <a:pt x="831" y="249"/>
                    <a:pt x="868" y="249"/>
                  </a:cubicBezTo>
                  <a:cubicBezTo>
                    <a:pt x="899" y="249"/>
                    <a:pt x="905" y="128"/>
                    <a:pt x="920" y="128"/>
                  </a:cubicBezTo>
                  <a:cubicBezTo>
                    <a:pt x="931" y="128"/>
                    <a:pt x="932" y="238"/>
                    <a:pt x="966" y="238"/>
                  </a:cubicBezTo>
                  <a:cubicBezTo>
                    <a:pt x="983" y="238"/>
                    <a:pt x="1001" y="218"/>
                    <a:pt x="1010" y="176"/>
                  </a:cubicBezTo>
                  <a:cubicBezTo>
                    <a:pt x="1014" y="204"/>
                    <a:pt x="1028" y="238"/>
                    <a:pt x="1056" y="238"/>
                  </a:cubicBezTo>
                  <a:cubicBezTo>
                    <a:pt x="1072" y="238"/>
                    <a:pt x="1086" y="222"/>
                    <a:pt x="1097" y="200"/>
                  </a:cubicBezTo>
                  <a:cubicBezTo>
                    <a:pt x="1100" y="223"/>
                    <a:pt x="1106" y="238"/>
                    <a:pt x="1118" y="238"/>
                  </a:cubicBezTo>
                  <a:cubicBezTo>
                    <a:pt x="1150" y="238"/>
                    <a:pt x="1149" y="112"/>
                    <a:pt x="1174" y="112"/>
                  </a:cubicBezTo>
                  <a:cubicBezTo>
                    <a:pt x="1194" y="112"/>
                    <a:pt x="1188" y="238"/>
                    <a:pt x="1235" y="238"/>
                  </a:cubicBezTo>
                  <a:cubicBezTo>
                    <a:pt x="1257" y="238"/>
                    <a:pt x="1268" y="220"/>
                    <a:pt x="1274" y="196"/>
                  </a:cubicBezTo>
                  <a:cubicBezTo>
                    <a:pt x="1283" y="231"/>
                    <a:pt x="1297" y="238"/>
                    <a:pt x="1308" y="238"/>
                  </a:cubicBezTo>
                  <a:cubicBezTo>
                    <a:pt x="1315" y="238"/>
                    <a:pt x="1321" y="236"/>
                    <a:pt x="1328" y="227"/>
                  </a:cubicBezTo>
                  <a:cubicBezTo>
                    <a:pt x="1292" y="212"/>
                    <a:pt x="1295" y="155"/>
                    <a:pt x="1295" y="118"/>
                  </a:cubicBezTo>
                  <a:moveTo>
                    <a:pt x="528" y="335"/>
                  </a:moveTo>
                  <a:cubicBezTo>
                    <a:pt x="517" y="335"/>
                    <a:pt x="511" y="325"/>
                    <a:pt x="511" y="313"/>
                  </a:cubicBezTo>
                  <a:cubicBezTo>
                    <a:pt x="511" y="280"/>
                    <a:pt x="535" y="263"/>
                    <a:pt x="564" y="248"/>
                  </a:cubicBezTo>
                  <a:cubicBezTo>
                    <a:pt x="563" y="319"/>
                    <a:pt x="546" y="335"/>
                    <a:pt x="528" y="335"/>
                  </a:cubicBezTo>
                  <a:moveTo>
                    <a:pt x="674" y="105"/>
                  </a:moveTo>
                  <a:cubicBezTo>
                    <a:pt x="685" y="105"/>
                    <a:pt x="692" y="115"/>
                    <a:pt x="691" y="129"/>
                  </a:cubicBezTo>
                  <a:cubicBezTo>
                    <a:pt x="689" y="146"/>
                    <a:pt x="677" y="166"/>
                    <a:pt x="655" y="181"/>
                  </a:cubicBezTo>
                  <a:cubicBezTo>
                    <a:pt x="644" y="149"/>
                    <a:pt x="653" y="105"/>
                    <a:pt x="674" y="105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4013200" y="4541838"/>
              <a:ext cx="120650" cy="127000"/>
            </a:xfrm>
            <a:custGeom>
              <a:avLst/>
              <a:gdLst/>
              <a:ahLst/>
              <a:cxnLst>
                <a:cxn ang="0">
                  <a:pos x="19" y="39"/>
                </a:cxn>
                <a:cxn ang="0">
                  <a:pos x="37" y="19"/>
                </a:cxn>
                <a:cxn ang="0">
                  <a:pos x="19" y="0"/>
                </a:cxn>
                <a:cxn ang="0">
                  <a:pos x="0" y="20"/>
                </a:cxn>
                <a:cxn ang="0">
                  <a:pos x="19" y="39"/>
                </a:cxn>
              </a:cxnLst>
              <a:rect l="0" t="0" r="r" b="b"/>
              <a:pathLst>
                <a:path w="37" h="39">
                  <a:moveTo>
                    <a:pt x="19" y="39"/>
                  </a:moveTo>
                  <a:cubicBezTo>
                    <a:pt x="30" y="38"/>
                    <a:pt x="37" y="29"/>
                    <a:pt x="37" y="19"/>
                  </a:cubicBezTo>
                  <a:cubicBezTo>
                    <a:pt x="37" y="8"/>
                    <a:pt x="30" y="0"/>
                    <a:pt x="19" y="0"/>
                  </a:cubicBezTo>
                  <a:cubicBezTo>
                    <a:pt x="9" y="1"/>
                    <a:pt x="0" y="9"/>
                    <a:pt x="0" y="20"/>
                  </a:cubicBezTo>
                  <a:cubicBezTo>
                    <a:pt x="0" y="31"/>
                    <a:pt x="9" y="39"/>
                    <a:pt x="19" y="39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4870450" y="4564063"/>
              <a:ext cx="112713" cy="125413"/>
            </a:xfrm>
            <a:custGeom>
              <a:avLst/>
              <a:gdLst/>
              <a:ahLst/>
              <a:cxnLst>
                <a:cxn ang="0">
                  <a:pos x="17" y="37"/>
                </a:cxn>
                <a:cxn ang="0">
                  <a:pos x="34" y="18"/>
                </a:cxn>
                <a:cxn ang="0">
                  <a:pos x="17" y="0"/>
                </a:cxn>
                <a:cxn ang="0">
                  <a:pos x="0" y="19"/>
                </a:cxn>
                <a:cxn ang="0">
                  <a:pos x="17" y="37"/>
                </a:cxn>
              </a:cxnLst>
              <a:rect l="0" t="0" r="r" b="b"/>
              <a:pathLst>
                <a:path w="34" h="38">
                  <a:moveTo>
                    <a:pt x="17" y="37"/>
                  </a:moveTo>
                  <a:cubicBezTo>
                    <a:pt x="26" y="37"/>
                    <a:pt x="34" y="28"/>
                    <a:pt x="34" y="18"/>
                  </a:cubicBezTo>
                  <a:cubicBezTo>
                    <a:pt x="34" y="8"/>
                    <a:pt x="26" y="0"/>
                    <a:pt x="17" y="0"/>
                  </a:cubicBezTo>
                  <a:cubicBezTo>
                    <a:pt x="7" y="1"/>
                    <a:pt x="0" y="9"/>
                    <a:pt x="0" y="19"/>
                  </a:cubicBezTo>
                  <a:cubicBezTo>
                    <a:pt x="0" y="30"/>
                    <a:pt x="7" y="38"/>
                    <a:pt x="17" y="37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5143500" y="4465638"/>
              <a:ext cx="939800" cy="796925"/>
            </a:xfrm>
            <a:custGeom>
              <a:avLst/>
              <a:gdLst/>
              <a:ahLst/>
              <a:cxnLst>
                <a:cxn ang="0">
                  <a:pos x="286" y="152"/>
                </a:cxn>
                <a:cxn ang="0">
                  <a:pos x="237" y="50"/>
                </a:cxn>
                <a:cxn ang="0">
                  <a:pos x="160" y="3"/>
                </a:cxn>
                <a:cxn ang="0">
                  <a:pos x="153" y="0"/>
                </a:cxn>
                <a:cxn ang="0">
                  <a:pos x="153" y="0"/>
                </a:cxn>
                <a:cxn ang="0">
                  <a:pos x="0" y="158"/>
                </a:cxn>
                <a:cxn ang="0">
                  <a:pos x="53" y="236"/>
                </a:cxn>
                <a:cxn ang="0">
                  <a:pos x="107" y="237"/>
                </a:cxn>
                <a:cxn ang="0">
                  <a:pos x="148" y="210"/>
                </a:cxn>
                <a:cxn ang="0">
                  <a:pos x="240" y="111"/>
                </a:cxn>
                <a:cxn ang="0">
                  <a:pos x="287" y="154"/>
                </a:cxn>
                <a:cxn ang="0">
                  <a:pos x="286" y="152"/>
                </a:cxn>
              </a:cxnLst>
              <a:rect l="0" t="0" r="r" b="b"/>
              <a:pathLst>
                <a:path w="287" h="243">
                  <a:moveTo>
                    <a:pt x="286" y="152"/>
                  </a:moveTo>
                  <a:cubicBezTo>
                    <a:pt x="286" y="111"/>
                    <a:pt x="267" y="77"/>
                    <a:pt x="237" y="50"/>
                  </a:cubicBezTo>
                  <a:cubicBezTo>
                    <a:pt x="215" y="30"/>
                    <a:pt x="188" y="14"/>
                    <a:pt x="160" y="3"/>
                  </a:cubicBezTo>
                  <a:cubicBezTo>
                    <a:pt x="158" y="2"/>
                    <a:pt x="156" y="1"/>
                    <a:pt x="153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19" y="41"/>
                    <a:pt x="0" y="72"/>
                    <a:pt x="0" y="158"/>
                  </a:cubicBezTo>
                  <a:cubicBezTo>
                    <a:pt x="0" y="192"/>
                    <a:pt x="21" y="223"/>
                    <a:pt x="53" y="236"/>
                  </a:cubicBezTo>
                  <a:cubicBezTo>
                    <a:pt x="71" y="243"/>
                    <a:pt x="89" y="243"/>
                    <a:pt x="107" y="237"/>
                  </a:cubicBezTo>
                  <a:cubicBezTo>
                    <a:pt x="123" y="232"/>
                    <a:pt x="137" y="222"/>
                    <a:pt x="148" y="210"/>
                  </a:cubicBezTo>
                  <a:cubicBezTo>
                    <a:pt x="182" y="171"/>
                    <a:pt x="197" y="111"/>
                    <a:pt x="240" y="111"/>
                  </a:cubicBezTo>
                  <a:cubicBezTo>
                    <a:pt x="279" y="111"/>
                    <a:pt x="284" y="139"/>
                    <a:pt x="287" y="154"/>
                  </a:cubicBezTo>
                  <a:cubicBezTo>
                    <a:pt x="287" y="154"/>
                    <a:pt x="287" y="153"/>
                    <a:pt x="286" y="152"/>
                  </a:cubicBezTo>
                </a:path>
              </a:pathLst>
            </a:custGeom>
            <a:solidFill>
              <a:srgbClr val="0070AD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ngular.io/doc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ngular.io/tutorial" TargetMode="External"/><Relationship Id="rId4" Type="http://schemas.openxmlformats.org/officeDocument/2006/relationships/hyperlink" Target="https://angular.io/guide/quickstar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18349-BE40-45B0-B85F-362D04219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259" y="1192192"/>
            <a:ext cx="7026363" cy="2804929"/>
          </a:xfrm>
        </p:spPr>
        <p:txBody>
          <a:bodyPr/>
          <a:lstStyle/>
          <a:p>
            <a:r>
              <a:rPr lang="en-IN" dirty="0"/>
              <a:t>      Angular 6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00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2207360-794A-4E0D-A171-1118974E63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4259" y="2693595"/>
            <a:ext cx="1230294" cy="130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0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Document History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872592"/>
              </p:ext>
            </p:extLst>
          </p:nvPr>
        </p:nvGraphicFramePr>
        <p:xfrm>
          <a:off x="1371600" y="1741488"/>
          <a:ext cx="96012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Date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Course Version No.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Software Version No.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Developer / SME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Change Record Remarks</a:t>
                      </a:r>
                    </a:p>
                  </a:txBody>
                  <a:tcPr marL="106680" marR="10668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16/05/2018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Angular 5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Rahul Vikash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106680" marR="10668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31/01/2019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2.0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Angular 6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+mj-lt"/>
                        </a:rPr>
                        <a:t>Vishal Shah</a:t>
                      </a:r>
                    </a:p>
                  </a:txBody>
                  <a:tcPr marL="106680" marR="10668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</a:endParaRPr>
                    </a:p>
                  </a:txBody>
                  <a:tcPr marL="106680" marR="10668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09204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Framework…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Angular is a framework for building client side web applications in HTML, CSS and JavaScript / Typescript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Angular is written in Typescript. It implements core and optional functionality as a set of Typescript libraries that you import into your apps.</a:t>
            </a:r>
          </a:p>
          <a:p>
            <a:r>
              <a:rPr lang="en-US" sz="2400" dirty="0"/>
              <a:t>Sponsored and maintained by Google.</a:t>
            </a:r>
          </a:p>
          <a:p>
            <a:r>
              <a:rPr lang="en-US" sz="2400" dirty="0"/>
              <a:t>Angular applications are built around a design pattern called </a:t>
            </a:r>
            <a:r>
              <a:rPr lang="en-US" sz="2400" i="1" dirty="0"/>
              <a:t>Model-View-Controller </a:t>
            </a:r>
            <a:r>
              <a:rPr lang="en-US" sz="2400" dirty="0"/>
              <a:t>(MVC)</a:t>
            </a:r>
          </a:p>
        </p:txBody>
      </p:sp>
    </p:spTree>
    <p:extLst>
      <p:ext uri="{BB962C8B-B14F-4D97-AF65-F5344CB8AC3E}">
        <p14:creationId xmlns:p14="http://schemas.microsoft.com/office/powerpoint/2010/main" val="229534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Angular?...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Angular combines declarative templates, dependency injection, end to end tooling, and integrated best practices to solve development challenges</a:t>
            </a:r>
          </a:p>
          <a:p>
            <a:pPr>
              <a:lnSpc>
                <a:spcPct val="150000"/>
              </a:lnSpc>
            </a:pPr>
            <a:r>
              <a:rPr lang="en-US" dirty="0"/>
              <a:t>Cross Platform</a:t>
            </a:r>
          </a:p>
          <a:p>
            <a:pPr>
              <a:lnSpc>
                <a:spcPct val="150000"/>
              </a:lnSpc>
            </a:pPr>
            <a:r>
              <a:rPr lang="en-US" dirty="0"/>
              <a:t>Speed and Performance</a:t>
            </a:r>
          </a:p>
          <a:p>
            <a:pPr>
              <a:lnSpc>
                <a:spcPct val="150000"/>
              </a:lnSpc>
            </a:pPr>
            <a:r>
              <a:rPr lang="en-US" dirty="0"/>
              <a:t>Productivity</a:t>
            </a:r>
          </a:p>
          <a:p>
            <a:pPr>
              <a:lnSpc>
                <a:spcPct val="150000"/>
              </a:lnSpc>
            </a:pPr>
            <a:r>
              <a:rPr lang="en-US" dirty="0"/>
              <a:t>Full Development Story</a:t>
            </a:r>
          </a:p>
        </p:txBody>
      </p:sp>
    </p:spTree>
    <p:extLst>
      <p:ext uri="{BB962C8B-B14F-4D97-AF65-F5344CB8AC3E}">
        <p14:creationId xmlns:p14="http://schemas.microsoft.com/office/powerpoint/2010/main" val="1919636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you will learn…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Develop modern, complex, responsive and scalable web applications with Angular </a:t>
            </a:r>
          </a:p>
          <a:p>
            <a:r>
              <a:rPr lang="en-US"/>
              <a:t>Use the gained, deep understanding of the Angular fundamentals to quickly establish as frontend developers</a:t>
            </a:r>
          </a:p>
          <a:p>
            <a:r>
              <a:rPr lang="en-US"/>
              <a:t>Fully understand the architecture behind an Angular application and how to use it</a:t>
            </a:r>
          </a:p>
          <a:p>
            <a:r>
              <a:rPr lang="en-US"/>
              <a:t>Create single-page applications with on of the most modern JavaScript frameworks out there</a:t>
            </a:r>
          </a:p>
          <a:p>
            <a:r>
              <a:rPr lang="en-US"/>
              <a:t>Troubleshoot common Angular errors &amp; Master the best practices</a:t>
            </a:r>
          </a:p>
          <a:p>
            <a:r>
              <a:rPr lang="en-US"/>
              <a:t>Design and Implement Application Authentication and Authorization from scratch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31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Pre-requisites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HTML5 fundamentals</a:t>
            </a:r>
          </a:p>
          <a:p>
            <a:r>
              <a:rPr lang="en-US" dirty="0"/>
              <a:t>CSS3 fundamentals</a:t>
            </a:r>
          </a:p>
          <a:p>
            <a:r>
              <a:rPr lang="en-US" dirty="0"/>
              <a:t>JavaScript Basics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447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Intended Audience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Web application developers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9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6 – Day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9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ES6 &amp; Typescript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/>
              <a:t>Var, Let and Const keyword</a:t>
            </a:r>
          </a:p>
          <a:p>
            <a:pPr lvl="0"/>
            <a:r>
              <a:rPr lang="en-US"/>
              <a:t>Arrow functions, default arguments</a:t>
            </a:r>
          </a:p>
          <a:p>
            <a:pPr lvl="0"/>
            <a:r>
              <a:rPr lang="en-US"/>
              <a:t>Template Strings, String methods</a:t>
            </a:r>
          </a:p>
          <a:p>
            <a:pPr lvl="0"/>
            <a:r>
              <a:rPr lang="en-US"/>
              <a:t>Object Destructuring </a:t>
            </a:r>
          </a:p>
          <a:p>
            <a:pPr lvl="0"/>
            <a:r>
              <a:rPr lang="en-US"/>
              <a:t>Spread and Rest operator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/>
              <a:t>Typescript Fundamentals </a:t>
            </a:r>
          </a:p>
          <a:p>
            <a:r>
              <a:rPr lang="en-IN"/>
              <a:t>Types &amp; type assertions</a:t>
            </a:r>
          </a:p>
          <a:p>
            <a:r>
              <a:rPr lang="en-IN"/>
              <a:t>Typescript OOPS - Classes, Interfaces, Constructor, etc</a:t>
            </a:r>
          </a:p>
          <a:p>
            <a:r>
              <a:rPr lang="en-IN"/>
              <a:t>Creating custom types</a:t>
            </a:r>
          </a:p>
          <a:p>
            <a:r>
              <a:rPr lang="en-IN"/>
              <a:t>Decorators 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71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Introduction to Angular Framework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IN"/>
              <a:t>Introduction to Angular Framework, History &amp; Overview</a:t>
            </a:r>
          </a:p>
          <a:p>
            <a:pPr lvl="0"/>
            <a:r>
              <a:rPr lang="en-IN"/>
              <a:t>Environment Setup</a:t>
            </a:r>
          </a:p>
          <a:p>
            <a:pPr lvl="0"/>
            <a:r>
              <a:rPr lang="en-IN"/>
              <a:t>Angular CLI, Installing Angular CLI</a:t>
            </a:r>
          </a:p>
          <a:p>
            <a:pPr lvl="0"/>
            <a:r>
              <a:rPr lang="en-IN"/>
              <a:t>NPM commands &amp; package.json</a:t>
            </a:r>
          </a:p>
          <a:p>
            <a:pPr lvl="0"/>
            <a:r>
              <a:rPr lang="en-IN"/>
              <a:t>Bootstrapping Angular App, Components, AppModule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IN"/>
              <a:t>Project Setup, Editor Environments </a:t>
            </a:r>
          </a:p>
          <a:p>
            <a:pPr lvl="0"/>
            <a:r>
              <a:rPr lang="en-IN"/>
              <a:t>First Angular App &amp; Directory Structure</a:t>
            </a:r>
            <a:endParaRPr lang="en-US"/>
          </a:p>
          <a:p>
            <a:pPr lvl="0"/>
            <a:r>
              <a:rPr lang="en-IN"/>
              <a:t>Angular Fundamentals, Building Blocks</a:t>
            </a:r>
          </a:p>
          <a:p>
            <a:pPr lvl="0"/>
            <a:r>
              <a:rPr lang="en-IN"/>
              <a:t>MetaData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36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6 – Day 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43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Essentials of Angular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IN"/>
              <a:t>Component Basics</a:t>
            </a:r>
          </a:p>
          <a:p>
            <a:pPr lvl="0"/>
            <a:r>
              <a:rPr lang="en-IN"/>
              <a:t>Setting up the templates</a:t>
            </a:r>
          </a:p>
          <a:p>
            <a:pPr lvl="0"/>
            <a:r>
              <a:rPr lang="en-IN"/>
              <a:t>Creating Components using CLI</a:t>
            </a:r>
          </a:p>
          <a:p>
            <a:pPr lvl="0"/>
            <a:r>
              <a:rPr lang="en-IN"/>
              <a:t>Nesting Components</a:t>
            </a:r>
          </a:p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IN"/>
              <a:t>Data Binding - Property &amp; Event Binding, String Interpolation, Style binding</a:t>
            </a:r>
            <a:endParaRPr lang="en-US"/>
          </a:p>
          <a:p>
            <a:pPr lvl="0"/>
            <a:r>
              <a:rPr lang="en-IN"/>
              <a:t>Two-way data binding</a:t>
            </a:r>
            <a:endParaRPr lang="en-US"/>
          </a:p>
          <a:p>
            <a:pPr lvl="0"/>
            <a:r>
              <a:rPr lang="en-IN"/>
              <a:t>Input Properties, Output Properties, Passing Event Data</a:t>
            </a:r>
            <a:endParaRPr lang="en-US"/>
          </a:p>
          <a:p>
            <a:pPr lvl="0"/>
            <a:r>
              <a:rPr lang="en-US"/>
              <a:t>Case Study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5071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Templates, Styles &amp; Directives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IN"/>
              <a:t>Template, Styles, View Encapsulation, adding bootstrap to angular app</a:t>
            </a:r>
          </a:p>
          <a:p>
            <a:pPr lvl="0"/>
            <a:r>
              <a:rPr lang="en-IN"/>
              <a:t>Built-in Directives</a:t>
            </a:r>
          </a:p>
          <a:p>
            <a:pPr lvl="0"/>
            <a:r>
              <a:rPr lang="en-IN"/>
              <a:t>Creating Attribute Directive</a:t>
            </a:r>
          </a:p>
          <a:p>
            <a:pPr lvl="0"/>
            <a:r>
              <a:rPr lang="en-IN"/>
              <a:t>Using Renderer to build attribute directive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IN"/>
              <a:t>Host Listener to listen to Host Events</a:t>
            </a:r>
          </a:p>
          <a:p>
            <a:pPr lvl="0"/>
            <a:r>
              <a:rPr lang="en-IN"/>
              <a:t>Using Host Binding to bind to Host Properties</a:t>
            </a:r>
          </a:p>
          <a:p>
            <a:pPr lvl="0"/>
            <a:r>
              <a:rPr lang="en-IN"/>
              <a:t>Building Structural Directives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041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6 – Day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63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Pipes, Services &amp; Dependency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IN"/>
              <a:t>Parametrized Pipes </a:t>
            </a:r>
            <a:endParaRPr lang="en-US"/>
          </a:p>
          <a:p>
            <a:pPr lvl="0"/>
            <a:r>
              <a:rPr lang="en-IN"/>
              <a:t>Chaining Multiple Pipes </a:t>
            </a:r>
            <a:endParaRPr lang="en-US"/>
          </a:p>
          <a:p>
            <a:pPr lvl="0"/>
            <a:r>
              <a:rPr lang="en-IN"/>
              <a:t>Creating a Custom Pipe</a:t>
            </a:r>
          </a:p>
          <a:p>
            <a:pPr lvl="0"/>
            <a:r>
              <a:rPr lang="en-IN"/>
              <a:t>Creating a Filter Pipe</a:t>
            </a:r>
            <a:endParaRPr lang="en-US"/>
          </a:p>
          <a:p>
            <a:pPr lvl="0"/>
            <a:r>
              <a:rPr lang="en-IN"/>
              <a:t>Pure and Impure Pipes (or: How to "fix" the Filter Pipe)</a:t>
            </a:r>
            <a:endParaRPr lang="en-US"/>
          </a:p>
          <a:p>
            <a:pPr lvl="0"/>
            <a:r>
              <a:rPr lang="en-IN"/>
              <a:t>Understanding the "async" Pipe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US" dirty="0"/>
              <a:t>Services </a:t>
            </a:r>
          </a:p>
          <a:p>
            <a:pPr lvl="0"/>
            <a:r>
              <a:rPr lang="en-US" dirty="0"/>
              <a:t>Dependency Injections</a:t>
            </a:r>
          </a:p>
          <a:p>
            <a:pPr lvl="0"/>
            <a:r>
              <a:rPr lang="en-IN" dirty="0"/>
              <a:t>Creating Data Service</a:t>
            </a:r>
            <a:endParaRPr lang="en-US" dirty="0"/>
          </a:p>
          <a:p>
            <a:pPr lvl="0"/>
            <a:r>
              <a:rPr lang="en-IN" dirty="0"/>
              <a:t>Understanding Hierarchical Injector</a:t>
            </a:r>
            <a:endParaRPr lang="en-US" dirty="0"/>
          </a:p>
          <a:p>
            <a:pPr lvl="0"/>
            <a:r>
              <a:rPr lang="en-IN" dirty="0"/>
              <a:t>Services for Cross Component Communication </a:t>
            </a:r>
            <a:endParaRPr lang="en-US" dirty="0"/>
          </a:p>
          <a:p>
            <a:pPr lvl="0"/>
            <a:r>
              <a:rPr lang="en-IN" dirty="0"/>
              <a:t>Injection Tokens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757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Template-Driven and Reactive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IN" dirty="0"/>
              <a:t>Template-Driven vs Reactive Approach</a:t>
            </a:r>
            <a:endParaRPr lang="en-US" dirty="0"/>
          </a:p>
          <a:p>
            <a:pPr lvl="0"/>
            <a:r>
              <a:rPr lang="en-IN" dirty="0"/>
              <a:t>Understanding Form State</a:t>
            </a:r>
            <a:endParaRPr lang="en-US" dirty="0"/>
          </a:p>
          <a:p>
            <a:pPr lvl="0"/>
            <a:r>
              <a:rPr lang="en-IN" dirty="0"/>
              <a:t>Built-in Validators &amp; Using HTML5 Validation</a:t>
            </a:r>
          </a:p>
          <a:p>
            <a:pPr lvl="0"/>
            <a:r>
              <a:rPr lang="en-IN" dirty="0"/>
              <a:t>Grouping Form Controls</a:t>
            </a:r>
          </a:p>
          <a:p>
            <a:pPr lvl="0"/>
            <a:r>
              <a:rPr lang="en-IN" dirty="0" err="1"/>
              <a:t>FormGroup</a:t>
            </a:r>
            <a:r>
              <a:rPr lang="en-IN" dirty="0"/>
              <a:t>, </a:t>
            </a:r>
            <a:r>
              <a:rPr lang="en-IN" dirty="0" err="1"/>
              <a:t>FormControl</a:t>
            </a:r>
            <a:r>
              <a:rPr lang="en-IN" dirty="0"/>
              <a:t>, </a:t>
            </a:r>
            <a:r>
              <a:rPr lang="en-IN" dirty="0" err="1"/>
              <a:t>FormBuilder</a:t>
            </a:r>
            <a:r>
              <a:rPr lang="en-IN" dirty="0"/>
              <a:t>, </a:t>
            </a:r>
            <a:r>
              <a:rPr lang="en-IN" dirty="0" err="1"/>
              <a:t>FormArray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/>
            <a:r>
              <a:rPr lang="en-IN" dirty="0"/>
              <a:t>Forms with Reactive Approach</a:t>
            </a:r>
            <a:endParaRPr lang="en-US" dirty="0"/>
          </a:p>
          <a:p>
            <a:pPr lvl="0"/>
            <a:r>
              <a:rPr lang="en-US" dirty="0"/>
              <a:t>Predefined Validators &amp; Custom Validators</a:t>
            </a:r>
          </a:p>
          <a:p>
            <a:pPr lvl="0"/>
            <a:r>
              <a:rPr lang="en-IN" dirty="0"/>
              <a:t>Async Validators</a:t>
            </a:r>
            <a:endParaRPr lang="en-US" dirty="0"/>
          </a:p>
          <a:p>
            <a:pPr lvl="0"/>
            <a:r>
              <a:rPr lang="en-IN" dirty="0"/>
              <a:t>Showing validation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92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6 – Day 4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23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Components Deep Dive /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Component Life Cycle Hooks</a:t>
            </a:r>
          </a:p>
          <a:p>
            <a:pPr lvl="0"/>
            <a:r>
              <a:rPr lang="en-IN" dirty="0"/>
              <a:t>Reusable components in angular using &lt;ng-content&gt;</a:t>
            </a:r>
            <a:endParaRPr lang="en-US" dirty="0"/>
          </a:p>
          <a:p>
            <a:pPr lvl="0"/>
            <a:r>
              <a:rPr lang="en-IN" dirty="0"/>
              <a:t>ng-content and @</a:t>
            </a:r>
            <a:r>
              <a:rPr lang="en-IN" dirty="0" err="1"/>
              <a:t>ContentChild</a:t>
            </a:r>
            <a:endParaRPr lang="en-IN" dirty="0"/>
          </a:p>
          <a:p>
            <a:pPr lvl="0"/>
            <a:r>
              <a:rPr lang="en-IN" dirty="0"/>
              <a:t>Inter-component communication (using Input, Output and Services)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IN" dirty="0"/>
              <a:t>Navigating with Router links</a:t>
            </a:r>
            <a:endParaRPr lang="en-US" dirty="0"/>
          </a:p>
          <a:p>
            <a:pPr lvl="0"/>
            <a:r>
              <a:rPr lang="en-IN" dirty="0"/>
              <a:t>Understanding Navigation Paths</a:t>
            </a:r>
            <a:endParaRPr lang="en-US" dirty="0"/>
          </a:p>
          <a:p>
            <a:pPr lvl="0"/>
            <a:r>
              <a:rPr lang="en-IN" dirty="0"/>
              <a:t>Navigating Programmatically</a:t>
            </a:r>
            <a:endParaRPr lang="en-US" dirty="0"/>
          </a:p>
          <a:p>
            <a:pPr lvl="0"/>
            <a:r>
              <a:rPr lang="en-IN" dirty="0"/>
              <a:t>Passing Parameters to Routes</a:t>
            </a:r>
            <a:endParaRPr lang="en-US" dirty="0"/>
          </a:p>
          <a:p>
            <a:pPr lvl="0"/>
            <a:r>
              <a:rPr lang="en-IN" dirty="0"/>
              <a:t>Passing Query Parameters and Fragments</a:t>
            </a:r>
          </a:p>
          <a:p>
            <a:pPr lvl="0"/>
            <a:r>
              <a:rPr lang="en-IN" dirty="0"/>
              <a:t>Setting up Child (Nested) Routes</a:t>
            </a:r>
          </a:p>
          <a:p>
            <a:pPr lvl="0"/>
            <a:r>
              <a:rPr lang="en-IN" dirty="0"/>
              <a:t>Passing static data on routes</a:t>
            </a:r>
            <a:endParaRPr lang="en-US" dirty="0"/>
          </a:p>
          <a:p>
            <a:pPr lvl="0"/>
            <a:r>
              <a:rPr lang="en-IN" dirty="0"/>
              <a:t>Map() operator and </a:t>
            </a:r>
            <a:r>
              <a:rPr lang="en-IN" dirty="0" err="1"/>
              <a:t>switchMap</a:t>
            </a:r>
            <a:r>
              <a:rPr lang="en-IN" dirty="0"/>
              <a:t>() operator</a:t>
            </a:r>
            <a:endParaRPr lang="en-US" dirty="0"/>
          </a:p>
          <a:p>
            <a:pPr lvl="0"/>
            <a:r>
              <a:rPr lang="en-IN" dirty="0"/>
              <a:t>Redirecting and wildcard routes</a:t>
            </a:r>
            <a:endParaRPr lang="en-US" dirty="0"/>
          </a:p>
          <a:p>
            <a:pPr lvl="0"/>
            <a:r>
              <a:rPr lang="en-IN" dirty="0"/>
              <a:t>Outsourcing Route Configuration (create custom module)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76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dirty="0"/>
              <a:t>Http Requests / Observables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HTTP Requests </a:t>
            </a:r>
          </a:p>
          <a:p>
            <a:pPr lvl="0"/>
            <a:r>
              <a:rPr lang="en-IN" dirty="0"/>
              <a:t>Sending GET Requests</a:t>
            </a:r>
            <a:endParaRPr lang="en-US" dirty="0"/>
          </a:p>
          <a:p>
            <a:pPr lvl="0"/>
            <a:r>
              <a:rPr lang="en-IN" dirty="0"/>
              <a:t>Sending a PUT Request</a:t>
            </a:r>
          </a:p>
          <a:p>
            <a:pPr lvl="0"/>
            <a:r>
              <a:rPr lang="en-IN" dirty="0"/>
              <a:t>Transform Responses with Observable Operators (map())</a:t>
            </a:r>
            <a:endParaRPr lang="en-US" dirty="0"/>
          </a:p>
          <a:p>
            <a:pPr lvl="0"/>
            <a:r>
              <a:rPr lang="en-IN" dirty="0"/>
              <a:t>Using the Returned Data</a:t>
            </a:r>
            <a:endParaRPr lang="en-US" dirty="0"/>
          </a:p>
          <a:p>
            <a:pPr lvl="0"/>
            <a:r>
              <a:rPr lang="en-IN" dirty="0"/>
              <a:t>Catching Http Errors</a:t>
            </a:r>
          </a:p>
          <a:p>
            <a:pPr lvl="0"/>
            <a:r>
              <a:rPr lang="en-IN" dirty="0"/>
              <a:t>Pipe(), map(), </a:t>
            </a:r>
            <a:r>
              <a:rPr lang="en-IN" dirty="0" err="1"/>
              <a:t>catchError</a:t>
            </a:r>
            <a:r>
              <a:rPr lang="en-IN" dirty="0"/>
              <a:t>()</a:t>
            </a:r>
          </a:p>
          <a:p>
            <a:pPr lvl="0"/>
            <a:r>
              <a:rPr lang="en-IN" dirty="0"/>
              <a:t>Interceptors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N" dirty="0"/>
              <a:t>Basics of Observables &amp; Promises</a:t>
            </a:r>
            <a:endParaRPr lang="en-US" dirty="0"/>
          </a:p>
          <a:p>
            <a:pPr lvl="0"/>
            <a:r>
              <a:rPr lang="en-IN" dirty="0"/>
              <a:t>Analysing a Built-in Angular Observable </a:t>
            </a:r>
            <a:endParaRPr lang="en-US" dirty="0"/>
          </a:p>
          <a:p>
            <a:pPr lvl="0"/>
            <a:r>
              <a:rPr lang="en-IN" dirty="0"/>
              <a:t>Building &amp; Using a Custom Observable </a:t>
            </a:r>
            <a:endParaRPr lang="en-US" dirty="0"/>
          </a:p>
          <a:p>
            <a:pPr lvl="0"/>
            <a:r>
              <a:rPr lang="en-IN" dirty="0"/>
              <a:t>Understanding Observable Operators</a:t>
            </a:r>
          </a:p>
          <a:p>
            <a:pPr lvl="0"/>
            <a:r>
              <a:rPr lang="en-US" dirty="0"/>
              <a:t>Using Subjects to pass and listen to data</a:t>
            </a:r>
          </a:p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11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6 – Day 5 &amp; 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31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IN" dirty="0"/>
              <a:t>Authentication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1371600" y="1838324"/>
            <a:ext cx="4447786" cy="3581401"/>
          </a:xfrm>
        </p:spPr>
        <p:txBody>
          <a:bodyPr/>
          <a:lstStyle/>
          <a:p>
            <a:pPr lvl="0"/>
            <a:r>
              <a:rPr lang="en-IN" dirty="0"/>
              <a:t>How Authentication works in SPA</a:t>
            </a:r>
            <a:endParaRPr lang="en-US" dirty="0"/>
          </a:p>
          <a:p>
            <a:pPr lvl="0"/>
            <a:r>
              <a:rPr lang="en-IN" dirty="0"/>
              <a:t>JSON Web Tokens</a:t>
            </a:r>
            <a:endParaRPr lang="en-US" dirty="0"/>
          </a:p>
          <a:p>
            <a:pPr lvl="0"/>
            <a:r>
              <a:rPr lang="en-IN" dirty="0"/>
              <a:t>Signup, Login and logout application</a:t>
            </a:r>
            <a:endParaRPr lang="en-US" dirty="0"/>
          </a:p>
          <a:p>
            <a:pPr lvl="0"/>
            <a:r>
              <a:rPr lang="en-IN" dirty="0"/>
              <a:t>Router Protection, Route Guards</a:t>
            </a:r>
            <a:endParaRPr lang="en-US" dirty="0"/>
          </a:p>
          <a:p>
            <a:pPr lvl="0"/>
            <a:r>
              <a:rPr lang="en-IN" dirty="0" err="1"/>
              <a:t>CanActivate</a:t>
            </a:r>
            <a:r>
              <a:rPr lang="en-IN" dirty="0"/>
              <a:t> interface</a:t>
            </a:r>
          </a:p>
          <a:p>
            <a:pPr lvl="0"/>
            <a:r>
              <a:rPr lang="en-US" dirty="0"/>
              <a:t>Checking and using Authentication Status</a:t>
            </a:r>
          </a:p>
        </p:txBody>
      </p:sp>
    </p:spTree>
    <p:extLst>
      <p:ext uri="{BB962C8B-B14F-4D97-AF65-F5344CB8AC3E}">
        <p14:creationId xmlns:p14="http://schemas.microsoft.com/office/powerpoint/2010/main" val="199431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https://angular.io/docs</a:t>
            </a:r>
            <a:r>
              <a:rPr lang="en-US" dirty="0"/>
              <a:t> </a:t>
            </a:r>
          </a:p>
          <a:p>
            <a:r>
              <a:rPr lang="en-US" dirty="0">
                <a:hlinkClick r:id="rId4"/>
              </a:rPr>
              <a:t>https://angular.io/guide/quickstart</a:t>
            </a:r>
            <a:r>
              <a:rPr lang="en-US" dirty="0"/>
              <a:t> </a:t>
            </a:r>
          </a:p>
          <a:p>
            <a:r>
              <a:rPr lang="en-US" dirty="0">
                <a:hlinkClick r:id="rId5"/>
              </a:rPr>
              <a:t>https://angular.io/tutorial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23568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jhdt9jI2kmDW3acO87diQ"/>
</p:tagLst>
</file>

<file path=ppt/theme/theme1.xml><?xml version="1.0" encoding="utf-8"?>
<a:theme xmlns:a="http://schemas.openxmlformats.org/drawingml/2006/main" name="Crop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Version xmlns="http://schemas.microsoft.com/sharepoint/v3/fields" xsi:nil="true"/>
    <_DCDateModified xmlns="http://schemas.microsoft.com/sharepoint/v3/fields" xsi:nil="true"/>
    <Level xmlns="26bed2a0-a239-4228-bd8e-b46f54fc12da">L1</Level>
    <Material_x0020_Type xmlns="26bed2a0-a239-4228-bd8e-b46f54fc12da">Class book</Material_x0020_Type>
    <Category xmlns="26bed2a0-a239-4228-bd8e-b46f54fc12da">Module Artifact</Category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4F797F9BD2124B9B89E1787624A7F8" ma:contentTypeVersion="10" ma:contentTypeDescription="Create a new document." ma:contentTypeScope="" ma:versionID="9c6744cef3b63dc926475b7dcd1b6858">
  <xsd:schema xmlns:xsd="http://www.w3.org/2001/XMLSchema" xmlns:xs="http://www.w3.org/2001/XMLSchema" xmlns:p="http://schemas.microsoft.com/office/2006/metadata/properties" xmlns:ns2="http://schemas.microsoft.com/sharepoint/v3/fields" xmlns:ns3="26bed2a0-a239-4228-bd8e-b46f54fc12da" targetNamespace="http://schemas.microsoft.com/office/2006/metadata/properties" ma:root="true" ma:fieldsID="67ee57ba3d6bba7dddc705dba4695c0f" ns2:_="" ns3:_="">
    <xsd:import namespace="http://schemas.microsoft.com/sharepoint/v3/fields"/>
    <xsd:import namespace="26bed2a0-a239-4228-bd8e-b46f54fc12da"/>
    <xsd:element name="properties">
      <xsd:complexType>
        <xsd:sequence>
          <xsd:element name="documentManagement">
            <xsd:complexType>
              <xsd:all>
                <xsd:element ref="ns2:_Version" minOccurs="0"/>
                <xsd:element ref="ns3:Level"/>
                <xsd:element ref="ns3:Category"/>
                <xsd:element ref="ns2:_DCDateModified" minOccurs="0"/>
                <xsd:element ref="ns3:Material_x0020_Type"/>
                <xsd:element ref="ns3:MediaServiceMetadata" minOccurs="0"/>
                <xsd:element ref="ns3:MediaServiceFastMetadata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Version" ma:index="8" nillable="true" ma:displayName="Version" ma:internalName="_Version">
      <xsd:simpleType>
        <xsd:restriction base="dms:Text"/>
      </xsd:simpleType>
    </xsd:element>
    <xsd:element name="_DCDateModified" ma:index="11" nillable="true" ma:displayName="Date Modified" ma:description="The date on which this resource was last modified" ma:format="DateTime" ma:internalName="_DCDateModifi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ed2a0-a239-4228-bd8e-b46f54fc12da" elementFormDefault="qualified">
    <xsd:import namespace="http://schemas.microsoft.com/office/2006/documentManagement/types"/>
    <xsd:import namespace="http://schemas.microsoft.com/office/infopath/2007/PartnerControls"/>
    <xsd:element name="Level" ma:index="9" ma:displayName="Level" ma:format="Dropdown" ma:internalName="Level">
      <xsd:simpleType>
        <xsd:restriction base="dms:Choice">
          <xsd:enumeration value="L1"/>
          <xsd:enumeration value="L2"/>
          <xsd:enumeration value="L3"/>
          <xsd:enumeration value="L4"/>
          <xsd:enumeration value="Common"/>
        </xsd:restriction>
      </xsd:simpleType>
    </xsd:element>
    <xsd:element name="Category" ma:index="10" ma:displayName="Category" ma:default="Module Artifact" ma:format="Dropdown" ma:internalName="Category">
      <xsd:simpleType>
        <xsd:restriction base="dms:Choice">
          <xsd:enumeration value="Module Artifact"/>
          <xsd:enumeration value="Assessment Component"/>
        </xsd:restriction>
      </xsd:simpleType>
    </xsd:element>
    <xsd:element name="Material_x0020_Type" ma:index="12" ma:displayName="Material Type" ma:default="Class book" ma:format="Dropdown" ma:internalName="Material_x0020_Type">
      <xsd:simpleType>
        <xsd:restriction base="dms:Choice">
          <xsd:enumeration value="Demos"/>
          <xsd:enumeration value="Extra Example"/>
          <xsd:enumeration value="Extra Material"/>
          <xsd:enumeration value="Suggestions"/>
          <xsd:enumeration value="General"/>
          <xsd:enumeration value="Module Test Practical"/>
          <xsd:enumeration value="Module Test Theory"/>
          <xsd:enumeration value="Quiz"/>
          <xsd:enumeration value="Class book"/>
          <xsd:enumeration value="Lab book"/>
          <xsd:enumeration value="Recordings"/>
        </xsd:restriction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17D9F3-DD72-4472-8418-79A057D92D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E773DC-38CD-4AAE-925C-F6AB8414519C}">
  <ds:schemaRefs>
    <ds:schemaRef ds:uri="http://schemas.microsoft.com/office/2006/metadata/properties"/>
    <ds:schemaRef ds:uri="http://schemas.microsoft.com/office/infopath/2007/PartnerControls"/>
    <ds:schemaRef ds:uri="http://schemas.microsoft.com/sharepoint/v3/fields"/>
    <ds:schemaRef ds:uri="26bed2a0-a239-4228-bd8e-b46f54fc12da"/>
  </ds:schemaRefs>
</ds:datastoreItem>
</file>

<file path=customXml/itemProps3.xml><?xml version="1.0" encoding="utf-8"?>
<ds:datastoreItem xmlns:ds="http://schemas.openxmlformats.org/officeDocument/2006/customXml" ds:itemID="{CD32D2C5-C4DE-4A31-B181-2FFC949B4BA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/fields"/>
    <ds:schemaRef ds:uri="26bed2a0-a239-4228-bd8e-b46f54fc12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2246</TotalTime>
  <Words>743</Words>
  <Application>Microsoft Office PowerPoint</Application>
  <PresentationFormat>Widescreen</PresentationFormat>
  <Paragraphs>150</Paragraphs>
  <Slides>22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Franklin Gothic Book</vt:lpstr>
      <vt:lpstr>Tahoma</vt:lpstr>
      <vt:lpstr>Crop</vt:lpstr>
      <vt:lpstr>      Angular 6</vt:lpstr>
      <vt:lpstr>Document History</vt:lpstr>
      <vt:lpstr>Angular Framework…</vt:lpstr>
      <vt:lpstr>Why Angular?...</vt:lpstr>
      <vt:lpstr>What you will learn…</vt:lpstr>
      <vt:lpstr>Pre-requisites</vt:lpstr>
      <vt:lpstr>Intended Audience</vt:lpstr>
      <vt:lpstr>Angular 6 – Day 1</vt:lpstr>
      <vt:lpstr>ES6 &amp; Typescript</vt:lpstr>
      <vt:lpstr>Introduction to Angular Framework</vt:lpstr>
      <vt:lpstr>Angular 6 – Day 2</vt:lpstr>
      <vt:lpstr>Essentials of Angular</vt:lpstr>
      <vt:lpstr>Templates, Styles &amp; Directives</vt:lpstr>
      <vt:lpstr>Angular 6 – Day 3</vt:lpstr>
      <vt:lpstr>Pipes, Services &amp; Dependency Injection</vt:lpstr>
      <vt:lpstr>Template-Driven and Reactive Forms</vt:lpstr>
      <vt:lpstr>Angular 6 – Day 4</vt:lpstr>
      <vt:lpstr>Components Deep Dive / Routing</vt:lpstr>
      <vt:lpstr>Http Requests / Observables</vt:lpstr>
      <vt:lpstr>Angular 6 – Day 5 &amp; 6</vt:lpstr>
      <vt:lpstr>Authentication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</dc:title>
  <dc:creator>VISHAL</dc:creator>
  <cp:lastModifiedBy>Ramesh, Suganthalakshmi</cp:lastModifiedBy>
  <cp:revision>265</cp:revision>
  <dcterms:created xsi:type="dcterms:W3CDTF">2017-07-28T13:43:20Z</dcterms:created>
  <dcterms:modified xsi:type="dcterms:W3CDTF">2021-02-19T10:46:04Z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0x010100064F797F9BD2124B9B89E1787624A7F8</vt:lpwstr>
  </property>
</Properties>
</file>